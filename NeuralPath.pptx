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01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9207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5DC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28" y="601504"/>
            <a:ext cx="5269944" cy="70265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4709" y="2854523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1F1E1E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NeuralPath</a:t>
            </a:r>
            <a:endParaRPr lang="en-US" sz="4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44709" y="3653790"/>
            <a:ext cx="527315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The AI-Powered Learning Revolution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44709" y="4334947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Transforming education through highly personalized, intelligent, and interactive learning experiences powered by cutting-edge artificial intelligence.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C77C82-C041-AA93-BBDA-8C30C6C4B1D4}"/>
              </a:ext>
            </a:extLst>
          </p:cNvPr>
          <p:cNvSpPr/>
          <p:nvPr/>
        </p:nvSpPr>
        <p:spPr>
          <a:xfrm>
            <a:off x="12877014" y="7628097"/>
            <a:ext cx="1645158" cy="5628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5131" y="543282"/>
            <a:ext cx="8875157" cy="567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F1E1E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The Problem with Traditional Learning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31" y="1472208"/>
            <a:ext cx="6059329" cy="60593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33323" y="3457456"/>
            <a:ext cx="3530203" cy="283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F1E1E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One-Size-Fits-All Doesn't Work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533323" y="3878937"/>
            <a:ext cx="6059329" cy="49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Traditional education follows a rigid, linear path that ignores individual learning styles, paces, and prior knowledge.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533323" y="4498896"/>
            <a:ext cx="6059329" cy="1136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Unengaging, static content causes learner fatigue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No personalized guidance or adaptive support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High dropout rates in online courses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Advanced learners waste time on basics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9C8721-DD6F-DB8D-2E13-A4984993A15B}"/>
              </a:ext>
            </a:extLst>
          </p:cNvPr>
          <p:cNvSpPr/>
          <p:nvPr/>
        </p:nvSpPr>
        <p:spPr>
          <a:xfrm>
            <a:off x="12877014" y="7571535"/>
            <a:ext cx="1645158" cy="5628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5DC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2228" y="601504"/>
            <a:ext cx="5269944" cy="70265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1213009"/>
            <a:ext cx="683002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Introducing NeuralPath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58309" y="2250638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The ultimate solution combining intelligent algorithms with adaptive learning to deliver dynamic, personalized educational experiences.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58309" y="3187779"/>
            <a:ext cx="3705344" cy="2330887"/>
          </a:xfrm>
          <a:prstGeom prst="roundRect">
            <a:avLst>
              <a:gd name="adj" fmla="val 3904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2504" y="3411974"/>
            <a:ext cx="3256955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Dynamic Learning Paths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82504" y="4254341"/>
            <a:ext cx="3256955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AI-generated roadmaps tailored to your unique learning journey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680228" y="3187779"/>
            <a:ext cx="3705463" cy="2330887"/>
          </a:xfrm>
          <a:prstGeom prst="roundRect">
            <a:avLst>
              <a:gd name="adj" fmla="val 3904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04423" y="3411974"/>
            <a:ext cx="3257074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AI-Powered Classroom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904423" y="4254341"/>
            <a:ext cx="325707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24/7 instant tutoring with specialized AI tools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58309" y="5735241"/>
            <a:ext cx="7627382" cy="1281232"/>
          </a:xfrm>
          <a:prstGeom prst="roundRect">
            <a:avLst>
              <a:gd name="adj" fmla="val 710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2504" y="5959435"/>
            <a:ext cx="301632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Gamified Experience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82504" y="6445567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Stay motivated with XP, achievements, and streaks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3986" y="462677"/>
            <a:ext cx="8807291" cy="534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1F1E1E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AI-Powered Personalized Learning Paths</a:t>
            </a:r>
            <a:endParaRPr lang="en-US" sz="3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413986" y="3178373"/>
            <a:ext cx="3797141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1F1E1E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Intelligent Roadmaps, Built for You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413986" y="3567470"/>
            <a:ext cx="5092898" cy="455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NeuralPath starts with a comprehensive assessment quiz that analyzes your knowledge level, learning style, and goals.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413986" y="4132183"/>
            <a:ext cx="5092898" cy="455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The platform then generates a dynamic, step-by-step learning roadmap that evolves as you progress.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413986" y="4709041"/>
            <a:ext cx="2138005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1A2D7A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Adaptive Trimming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13986" y="5098137"/>
            <a:ext cx="5092898" cy="682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Skips foundational steps for advanced learners, saving time and maintaining engagement with appropriately challenging content.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83" y="1317069"/>
            <a:ext cx="6312813" cy="631281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737455D-D4A9-B6ED-1BFF-E61E848047A5}"/>
              </a:ext>
            </a:extLst>
          </p:cNvPr>
          <p:cNvSpPr/>
          <p:nvPr/>
        </p:nvSpPr>
        <p:spPr>
          <a:xfrm>
            <a:off x="12877014" y="7628097"/>
            <a:ext cx="1645158" cy="5628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452443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The AI Classroom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8309" y="2598420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Powered by NVIDIA NIM (openai/gpt-oss-120b) with 9 specialized AI tools for instant, 24/7 tutoring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309" y="3188851"/>
            <a:ext cx="433268" cy="4332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2326" y="326326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AI Teacher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462326" y="3749397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Personalized explanations and guidance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0574" y="3188851"/>
            <a:ext cx="433268" cy="4332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54591" y="326326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Quiz Generator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8154591" y="3749397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Custom assessments tailored to your level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8309" y="4529376"/>
            <a:ext cx="433268" cy="4332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2326" y="460379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Homework Solver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462326" y="5089922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Step-by-step problem solving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0574" y="4529376"/>
            <a:ext cx="433268" cy="4332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154591" y="460379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Study Assistant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8154591" y="5089922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Concept summaries and key insights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8309" y="5869900"/>
            <a:ext cx="433268" cy="4332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62326" y="594431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Q&amp;A Bot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1462326" y="6430447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Instant answers to any question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0574" y="5869900"/>
            <a:ext cx="433268" cy="4332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154591" y="594431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Goal Tracker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8154591" y="6430447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Progress monitoring and milestone setting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08FC82-74F8-277B-59E4-925EA2003B36}"/>
              </a:ext>
            </a:extLst>
          </p:cNvPr>
          <p:cNvSpPr/>
          <p:nvPr/>
        </p:nvSpPr>
        <p:spPr>
          <a:xfrm>
            <a:off x="12877014" y="7628097"/>
            <a:ext cx="1645158" cy="5628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35154" y="504944"/>
            <a:ext cx="5892879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1F1E1E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Smart Notes &amp; Automated Study Tools</a:t>
            </a:r>
            <a:endParaRPr lang="en-US" sz="2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154" y="1043940"/>
            <a:ext cx="4471630" cy="44716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95153" y="2946083"/>
            <a:ext cx="174712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1F1E1E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From Notes to Mastery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95153" y="3196471"/>
            <a:ext cx="3607475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Upload PDFs or images of your notes, and NeuralPath uses advanced OCR (Optical Character Recognition) to automatically read and process your content.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154" y="5652968"/>
            <a:ext cx="575429" cy="6905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71662" y="5767983"/>
            <a:ext cx="15144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Instant Processing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3771662" y="5993963"/>
            <a:ext cx="7723465" cy="140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OCR technology reads text from any format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5154" y="6343531"/>
            <a:ext cx="575429" cy="6905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771662" y="6458545"/>
            <a:ext cx="168223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Interactive Flashcards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3771662" y="6684526"/>
            <a:ext cx="7723465" cy="140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Generate spaced-repetition cards automatically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5154" y="7034093"/>
            <a:ext cx="575429" cy="69056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771662" y="7149108"/>
            <a:ext cx="173890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Conceptual Mindmaps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3771662" y="7375088"/>
            <a:ext cx="7723465" cy="140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Visualize connections between ideas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A47E62-3B83-6644-FDEA-818C9F08F719}"/>
              </a:ext>
            </a:extLst>
          </p:cNvPr>
          <p:cNvSpPr/>
          <p:nvPr/>
        </p:nvSpPr>
        <p:spPr>
          <a:xfrm>
            <a:off x="12877014" y="7628097"/>
            <a:ext cx="1645158" cy="5628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5DC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28" y="601504"/>
            <a:ext cx="5269944" cy="70265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4709" y="640675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Gamification &amp; Progression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44709" y="2391013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Combat learner fatigue with an engaging gamified experience designed to keep you motivated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44709" y="3328154"/>
            <a:ext cx="433268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Alexandria Light" pitchFamily="34" charset="-122"/>
                <a:cs typeface="Times New Roman" panose="02020603050405020304" pitchFamily="18" charset="0"/>
              </a:rPr>
              <a:t>01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244709" y="3665696"/>
            <a:ext cx="3705344" cy="30480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8" name="Text 5"/>
          <p:cNvSpPr/>
          <p:nvPr/>
        </p:nvSpPr>
        <p:spPr>
          <a:xfrm>
            <a:off x="6244709" y="3834884"/>
            <a:ext cx="335315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Earn Experience Points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244709" y="4321016"/>
            <a:ext cx="3705344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Accumulate XP for every learning step completed, building your knowledge level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166628" y="3328154"/>
            <a:ext cx="433268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Alexandria Light" pitchFamily="34" charset="-122"/>
                <a:cs typeface="Times New Roman" panose="02020603050405020304" pitchFamily="18" charset="0"/>
              </a:rPr>
              <a:t>02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0166628" y="3665696"/>
            <a:ext cx="3705463" cy="30480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12" name="Text 9"/>
          <p:cNvSpPr/>
          <p:nvPr/>
        </p:nvSpPr>
        <p:spPr>
          <a:xfrm>
            <a:off x="10166628" y="3834884"/>
            <a:ext cx="314717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Unlock Achievements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166628" y="4321016"/>
            <a:ext cx="3705463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Collect badges and rewards for milestones, creating a sense of accomplishment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244709" y="5740122"/>
            <a:ext cx="433268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Alexandria Light" pitchFamily="34" charset="-122"/>
                <a:cs typeface="Times New Roman" panose="02020603050405020304" pitchFamily="18" charset="0"/>
              </a:rPr>
              <a:t>03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244709" y="6077664"/>
            <a:ext cx="7627382" cy="30480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16" name="Text 13"/>
          <p:cNvSpPr/>
          <p:nvPr/>
        </p:nvSpPr>
        <p:spPr>
          <a:xfrm>
            <a:off x="6244709" y="6246852"/>
            <a:ext cx="323885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Maintain Daily Streaks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244709" y="6732984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Build consistency with streak tracking that encourages regular learning habits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FC5CA9-0084-8E91-F558-966FB64C4B86}"/>
              </a:ext>
            </a:extLst>
          </p:cNvPr>
          <p:cNvSpPr/>
          <p:nvPr/>
        </p:nvSpPr>
        <p:spPr>
          <a:xfrm>
            <a:off x="12877014" y="7628097"/>
            <a:ext cx="1645158" cy="5628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950125"/>
            <a:ext cx="816233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Social Hub &amp; Course Catalog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8309" y="3204329"/>
            <a:ext cx="302109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Real-Time Peers Hub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58309" y="3777139"/>
            <a:ext cx="629257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Connect with learners who share your interests and goals. Collaborate on projects, discuss concepts, and learn from diverse perspectives in real-time.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8309" y="5012174"/>
            <a:ext cx="6292572" cy="119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Interest-based matching algorithm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Group study sessions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Peer feedback and support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87139" y="3204329"/>
            <a:ext cx="324802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Secure Course Catalog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87139" y="3777139"/>
            <a:ext cx="629257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Explore and enroll in courses with seamless, secure payments powered by Razorpay. Access premium content with confidence.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87139" y="5012174"/>
            <a:ext cx="6292572" cy="119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Interactive course browsing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Secure payment processing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Progress tracking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8844D6-EFB3-F8AD-45AC-98061B33D9BD}"/>
              </a:ext>
            </a:extLst>
          </p:cNvPr>
          <p:cNvSpPr/>
          <p:nvPr/>
        </p:nvSpPr>
        <p:spPr>
          <a:xfrm>
            <a:off x="12877014" y="7628097"/>
            <a:ext cx="1645158" cy="5628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844278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Technology Stack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8309" y="2643545"/>
            <a:ext cx="758023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Modern, Scalable Architecture Built for Performance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8309" y="3324701"/>
            <a:ext cx="4226838" cy="3060502"/>
          </a:xfrm>
          <a:prstGeom prst="roundRect">
            <a:avLst>
              <a:gd name="adj" fmla="val 4780"/>
            </a:avLst>
          </a:prstGeom>
          <a:solidFill>
            <a:srgbClr val="FFFAFA"/>
          </a:solidFill>
          <a:ln w="30480">
            <a:solidFill>
              <a:srgbClr val="BBC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7829" y="3324701"/>
            <a:ext cx="121920" cy="3060502"/>
          </a:xfrm>
          <a:prstGeom prst="roundRect">
            <a:avLst>
              <a:gd name="adj" fmla="val 74638"/>
            </a:avLst>
          </a:prstGeom>
          <a:solidFill>
            <a:srgbClr val="1A2D7A"/>
          </a:solidFill>
          <a:ln/>
        </p:spPr>
      </p:sp>
      <p:sp>
        <p:nvSpPr>
          <p:cNvPr id="6" name="Text 4"/>
          <p:cNvSpPr/>
          <p:nvPr/>
        </p:nvSpPr>
        <p:spPr>
          <a:xfrm>
            <a:off x="1096804" y="3571756"/>
            <a:ext cx="295501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Frontend Excellence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96804" y="4057888"/>
            <a:ext cx="3641288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React 18 with Vite for blazing-fast development, Tailwind CSS for modern styling, Framer Motion for smooth micro-animations, and Recharts for data visualization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201722" y="3324701"/>
            <a:ext cx="4226838" cy="3060502"/>
          </a:xfrm>
          <a:prstGeom prst="roundRect">
            <a:avLst>
              <a:gd name="adj" fmla="val 4780"/>
            </a:avLst>
          </a:prstGeom>
          <a:solidFill>
            <a:srgbClr val="FFFAFA"/>
          </a:solidFill>
          <a:ln w="30480">
            <a:solidFill>
              <a:srgbClr val="BBC2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71242" y="3324701"/>
            <a:ext cx="121920" cy="3060502"/>
          </a:xfrm>
          <a:prstGeom prst="roundRect">
            <a:avLst>
              <a:gd name="adj" fmla="val 74638"/>
            </a:avLst>
          </a:prstGeom>
          <a:solidFill>
            <a:srgbClr val="1A2D7A"/>
          </a:solidFill>
          <a:ln/>
        </p:spPr>
      </p:sp>
      <p:sp>
        <p:nvSpPr>
          <p:cNvPr id="10" name="Text 8"/>
          <p:cNvSpPr/>
          <p:nvPr/>
        </p:nvSpPr>
        <p:spPr>
          <a:xfrm>
            <a:off x="5540216" y="357175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Backend Power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540216" y="4057888"/>
            <a:ext cx="3641288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Node.js with Express for robust server-side operations, MongoDB for flexible data storage, creating a scalable MERN stack foundation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645134" y="3324701"/>
            <a:ext cx="4226957" cy="3060502"/>
          </a:xfrm>
          <a:prstGeom prst="roundRect">
            <a:avLst>
              <a:gd name="adj" fmla="val 4780"/>
            </a:avLst>
          </a:prstGeom>
          <a:solidFill>
            <a:srgbClr val="FFFAFA"/>
          </a:solidFill>
          <a:ln w="30480">
            <a:solidFill>
              <a:srgbClr val="BBC2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14654" y="3324701"/>
            <a:ext cx="121920" cy="3060502"/>
          </a:xfrm>
          <a:prstGeom prst="roundRect">
            <a:avLst>
              <a:gd name="adj" fmla="val 74638"/>
            </a:avLst>
          </a:prstGeom>
          <a:solidFill>
            <a:srgbClr val="1A2D7A"/>
          </a:solidFill>
          <a:ln/>
        </p:spPr>
      </p:sp>
      <p:sp>
        <p:nvSpPr>
          <p:cNvPr id="14" name="Text 12"/>
          <p:cNvSpPr/>
          <p:nvPr/>
        </p:nvSpPr>
        <p:spPr>
          <a:xfrm>
            <a:off x="9983629" y="357175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Security First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983629" y="4057888"/>
            <a:ext cx="3641408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Google SSO (OAuth 2.0) for seamless authentication and JWT session tokens for secure, encrypted user sessions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0F5C25-66CF-5213-A00A-C67D864F6B8C}"/>
              </a:ext>
            </a:extLst>
          </p:cNvPr>
          <p:cNvSpPr/>
          <p:nvPr/>
        </p:nvSpPr>
        <p:spPr>
          <a:xfrm>
            <a:off x="12877014" y="7628097"/>
            <a:ext cx="1645158" cy="5628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5DC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74" y="590193"/>
            <a:ext cx="5286732" cy="70490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85416" y="716280"/>
            <a:ext cx="7653576" cy="65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1F1E1E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Join the Learning Revolution</a:t>
            </a:r>
            <a:endParaRPr lang="en-US" sz="4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185416" y="1649373"/>
            <a:ext cx="7745968" cy="921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NeuralPath is not just a learning management system—it's an intelligent, adaptive educational ecosystem designed to make learning faster, smarter, and highly engaging.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185416" y="2777609"/>
            <a:ext cx="7745968" cy="2646283"/>
          </a:xfrm>
          <a:prstGeom prst="roundRect">
            <a:avLst>
              <a:gd name="adj" fmla="val 3170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92704" y="2984897"/>
            <a:ext cx="4224218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References &amp; Core Technologies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392704" y="3423642"/>
            <a:ext cx="7331393" cy="1792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NVIDIA NIM (openai/gpt-oss-120b)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MERN Stack (MongoDB, Express, React, Node)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Tesseract.js (server-side OCR)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Razorpay Payment API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Google Auth Library (OAuth 2.0)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185416" y="5699998"/>
            <a:ext cx="7745968" cy="1813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100"/>
              </a:lnSpc>
              <a:buNone/>
            </a:pPr>
            <a:r>
              <a:rPr lang="en-US" sz="5700" dirty="0">
                <a:solidFill>
                  <a:srgbClr val="1A2D7A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Let's Transform Education Together</a:t>
            </a:r>
            <a:endParaRPr lang="en-US" sz="5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661B45-93E2-FF36-274D-EDECCB2FDD5A}"/>
              </a:ext>
            </a:extLst>
          </p:cNvPr>
          <p:cNvSpPr/>
          <p:nvPr/>
        </p:nvSpPr>
        <p:spPr>
          <a:xfrm>
            <a:off x="12877014" y="7628097"/>
            <a:ext cx="1645158" cy="5628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612</Words>
  <Application>Microsoft Office PowerPoint</Application>
  <PresentationFormat>Custom</PresentationFormat>
  <Paragraphs>96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krishna gavane</cp:lastModifiedBy>
  <cp:revision>2</cp:revision>
  <dcterms:created xsi:type="dcterms:W3CDTF">2026-04-27T15:52:36Z</dcterms:created>
  <dcterms:modified xsi:type="dcterms:W3CDTF">2026-04-27T15:56:40Z</dcterms:modified>
</cp:coreProperties>
</file>