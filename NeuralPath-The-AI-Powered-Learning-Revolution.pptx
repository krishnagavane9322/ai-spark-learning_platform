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08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NeuralPath: The AI-Powered Learning Revolution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Personalized, Gamified, and Intelligent Education for the Modern Learner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2" y="816531"/>
            <a:ext cx="4947404" cy="6596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7807" y="616863"/>
            <a:ext cx="7581186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Why Traditional Learning is Broken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67807" y="2341959"/>
            <a:ext cx="3680698" cy="2879765"/>
          </a:xfrm>
          <a:prstGeom prst="roundRect">
            <a:avLst>
              <a:gd name="adj" fmla="val 6978"/>
            </a:avLst>
          </a:prstGeom>
          <a:solidFill>
            <a:srgbClr val="CEE6FD"/>
          </a:solidFill>
          <a:ln/>
        </p:spPr>
      </p:sp>
      <p:sp>
        <p:nvSpPr>
          <p:cNvPr id="6" name="Shape 3"/>
          <p:cNvSpPr/>
          <p:nvPr/>
        </p:nvSpPr>
        <p:spPr>
          <a:xfrm>
            <a:off x="6491049" y="2565202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4C1F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239" y="2749391"/>
            <a:ext cx="301347" cy="301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1049" y="3454837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One-Size-Fits-All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491049" y="3935492"/>
            <a:ext cx="32342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Rigid curriculums ignore individual learning paces and unique interests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0168295" y="2341959"/>
            <a:ext cx="3680698" cy="2879765"/>
          </a:xfrm>
          <a:prstGeom prst="roundRect">
            <a:avLst>
              <a:gd name="adj" fmla="val 6978"/>
            </a:avLst>
          </a:prstGeom>
          <a:solidFill>
            <a:srgbClr val="CEE6FD"/>
          </a:solidFill>
          <a:ln/>
        </p:spPr>
      </p:sp>
      <p:sp>
        <p:nvSpPr>
          <p:cNvPr id="11" name="Shape 7"/>
          <p:cNvSpPr/>
          <p:nvPr/>
        </p:nvSpPr>
        <p:spPr>
          <a:xfrm>
            <a:off x="10391537" y="2565202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4C1F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75727" y="2749391"/>
            <a:ext cx="301347" cy="301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91537" y="3454837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High Dropout Rates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391537" y="3935492"/>
            <a:ext cx="323421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Generic content leads to disengagement and abandoned courses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267807" y="5441513"/>
            <a:ext cx="7581186" cy="2171105"/>
          </a:xfrm>
          <a:prstGeom prst="roundRect">
            <a:avLst>
              <a:gd name="adj" fmla="val 9256"/>
            </a:avLst>
          </a:prstGeom>
          <a:solidFill>
            <a:srgbClr val="CEE6FD"/>
          </a:solidFill>
          <a:ln/>
        </p:spPr>
      </p:sp>
      <p:sp>
        <p:nvSpPr>
          <p:cNvPr id="16" name="Shape 11"/>
          <p:cNvSpPr/>
          <p:nvPr/>
        </p:nvSpPr>
        <p:spPr>
          <a:xfrm>
            <a:off x="6491049" y="5664756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84C1FA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239" y="5848945"/>
            <a:ext cx="301347" cy="301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1049" y="655439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No Personalization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491049" y="7035046"/>
            <a:ext cx="7134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Static materials fail to adapt to evolving skill levels and goals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9DD77-BB46-797E-2535-0FA520D99338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62180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Introducing NeuralPath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48407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NeuralPath is a MERN-stack platform that transforms how learners engage with education. By leveraging cutting-edge AI, we create custom learning roadmaps and automated study tools that adapt to each user's unique journey.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741188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Our intelligent system assesses skill levels, identifies learning gaps, and generates step-by-step paths from beginner to advanced mastery—all while keeping users engaged through gamification and real-time progress tracking.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BDDF34-C5B3-6C0C-2E80-3890E8959C15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85493"/>
            <a:ext cx="72907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AI-Powered Learning Paths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Assessment Quiz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154674" y="285166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Diagnostic evaluation identifies current skill levels and interests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Dynamic Roadmap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154674" y="452151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AI generates personalized, step-by-step learning paths tailored to your goals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Progression System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154674" y="61913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Seamlessly advance from Beginner through Intermediate to Advanced mastery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03433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Smart Notes: From Static to Interactive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14268"/>
            <a:ext cx="438435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Intelligent OCR Technology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66373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Our platform uses Tesseract.js to convert PDFs and images into dynamic study tools. Upload your materials and watch as NeuralPath automatically transforms them into interactive flashcards and mindmaps.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022056"/>
            <a:ext cx="7604284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PDF and image file support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Automated text extraction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Visual mindmap generation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Interactive flashcard creation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B636C4-59AA-D575-1520-4307AAC08ECB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" y="800933"/>
            <a:ext cx="4970621" cy="6627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1011" y="594241"/>
            <a:ext cx="66195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Gamification &amp; Engagement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11" y="1474708"/>
            <a:ext cx="595313" cy="595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81011" y="22870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Experience Points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181011" y="2701409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Earn XP for completing lessons, quizzes, and milestones. Level up your learner profile as you progress through your journey.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1011" y="3644027"/>
            <a:ext cx="595313" cy="5953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81011" y="4456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Daily Streaks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181011" y="4870728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Maintain consistency with streak tracking that rewards consecutive days of learning. Build momentum with visual streak displays.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011" y="5813346"/>
            <a:ext cx="595313" cy="5953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81011" y="6625709"/>
            <a:ext cx="30337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Unlockable Achievements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181011" y="7040047"/>
            <a:ext cx="775477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Celebrate milestones with badges and achievements that recognize your dedication and mastery across different skill domains.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305E86-C1A5-D10B-DF9C-B4B80634C9DB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024533"/>
            <a:ext cx="58932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Interactive Dashboard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073473"/>
            <a:ext cx="3664744" cy="3173849"/>
          </a:xfrm>
          <a:prstGeom prst="roundRect">
            <a:avLst>
              <a:gd name="adj" fmla="val 6432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084" y="2330768"/>
            <a:ext cx="31501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Real-Time Progress Charts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51084" y="3175516"/>
            <a:ext cx="31501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Recharts visualizations show completion rates, skill progression, and learning velocity with interactive data displays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5348" y="2073473"/>
            <a:ext cx="3664863" cy="3173849"/>
          </a:xfrm>
          <a:prstGeom prst="roundRect">
            <a:avLst>
              <a:gd name="adj" fmla="val 6432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42642" y="2330768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Weekly Activity Tracking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42642" y="3175516"/>
            <a:ext cx="31502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Detailed breakdown of study hours, content engagement, and goal achievement across seven-day periods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93790" y="5474137"/>
            <a:ext cx="7556421" cy="1730812"/>
          </a:xfrm>
          <a:prstGeom prst="roundRect">
            <a:avLst>
              <a:gd name="adj" fmla="val 11795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084" y="5731431"/>
            <a:ext cx="3209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Skill Level Visualizations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51084" y="6221849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Intuitive indicators show competency levels across different topics, helping you identify strengths and areas for improvement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7619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Course Catalog &amp; Social Hub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159204"/>
            <a:ext cx="44191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Secure Course Marketplace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59981" y="381131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Browse and purchase premium courses through Razorpay integration, ensuring secure transactions for educational content.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59981" y="47639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Peers Hub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59981" y="541603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Connect with like-minded learners, share insights, and build your professional network within our community platform.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FC735-222C-9961-296D-BD6192767700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98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Modern Tech Stack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22208"/>
            <a:ext cx="6407944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649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MongoDB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3139440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Flexible NoSQL database for storing user profiles, learning paths, and course content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8548" y="2422208"/>
            <a:ext cx="6408063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649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Express.js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55362" y="3139440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Backend framework handling API routes, middleware, and server-side logic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318873"/>
            <a:ext cx="6407944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545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20604" y="503610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Component-based frontend library creating responsive, interactive user interfaces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28548" y="4318873"/>
            <a:ext cx="6408063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5456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Node.js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55362" y="5036106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Server runtime enabling scalable backend services and real-time features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636865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4C1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951" y="6243876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Vite: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Lightning-fast development server and build tool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35893" y="636865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5576054" y="6243876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Tailwind CSS: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Utility-first styling for consistent, modern UI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77995" y="6368653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4C1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8157" y="6243876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Framer Motion:</a:t>
            </a: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Smooth animations and interactive transitions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E69A8-B9A2-E591-139D-8B5C875ED0DE}"/>
              </a:ext>
            </a:extLst>
          </p:cNvPr>
          <p:cNvSpPr/>
          <p:nvPr/>
        </p:nvSpPr>
        <p:spPr>
          <a:xfrm>
            <a:off x="12848734" y="7748833"/>
            <a:ext cx="1696825" cy="39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6258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The Intelligence Behind NeuralPath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42030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2775347"/>
            <a:ext cx="3664744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2949654"/>
            <a:ext cx="3430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Adaptive Path Generation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3440073"/>
            <a:ext cx="366474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Machine learning algorithms analyze user behavior to dynamically adjust learning trajectories and content recommendations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85348" y="2420303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85348" y="2775347"/>
            <a:ext cx="3664863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8"/>
          <p:cNvSpPr/>
          <p:nvPr/>
        </p:nvSpPr>
        <p:spPr>
          <a:xfrm>
            <a:off x="4685348" y="2949654"/>
            <a:ext cx="36648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TF-IDF Mindmap Extraction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85348" y="3794403"/>
            <a:ext cx="366486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Term frequency-inverse document frequency analysis identifies key concepts and relationships within source materials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93790" y="5651421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3790" y="6006465"/>
            <a:ext cx="7556421" cy="3048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12"/>
          <p:cNvSpPr/>
          <p:nvPr/>
        </p:nvSpPr>
        <p:spPr>
          <a:xfrm>
            <a:off x="793790" y="6180773"/>
            <a:ext cx="36289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Heuristic Flashcard Parsing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93790" y="667119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Rule-based systems transform extracted content into optimized flashcards using spaced repetition principles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535</Words>
  <Application>Microsoft Office PowerPoint</Application>
  <PresentationFormat>Custom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krishna gavane</cp:lastModifiedBy>
  <cp:revision>3</cp:revision>
  <dcterms:created xsi:type="dcterms:W3CDTF">2026-04-22T19:04:35Z</dcterms:created>
  <dcterms:modified xsi:type="dcterms:W3CDTF">2026-04-22T19:11:58Z</dcterms:modified>
</cp:coreProperties>
</file>